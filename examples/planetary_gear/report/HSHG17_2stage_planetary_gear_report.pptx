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3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Argos 측정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파일: HSHG17_2stage_planetary_gear.step</a:t>
            </a:r>
          </a:p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재료/밀도: 강철(steel)</a:t>
            </a:r>
          </a:p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생성: Argos (argos-cli digest/props)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개요 · 주요 치수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5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0171"/>
                <a:gridCol w="6311188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전체 치수 (L×W×H)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49.17 × 49.17 × 93.00 mm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부피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103,467.00 mm³  (103.47 cm³)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표면적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20,554.35 mm²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솔리드 / 면 / 모서리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 / 198 / 483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질량 특성 (휴머노이드 링크 동역학)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강철(steel)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9662"/>
                <a:gridCol w="7181697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질량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0.8122 kg  (812.22 g)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무게중심 COM (mm)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(-0.000, 0.002, 39.087)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주관성모멘트 (kg·m²)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4.8533e-04,  4.8446e-04,  2.0359e-04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C2"/>
                </a:solidFill>
                <a:latin typeface="Malgun Gothic"/>
              </a:rPr>
              <a:t>관성텐서 (COM 기준, kg·m²)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657600"/>
          <a:ext cx="749807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692"/>
                <a:gridCol w="2099462"/>
                <a:gridCol w="2099462"/>
                <a:gridCol w="209946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x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y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z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x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4.8515e-04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3.4617e-07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-1.2660e-11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y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3.4617e-07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4.8464e-04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-7.8781e-08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z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-1.2660e-11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-7.8781e-08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2.0359e-04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주요 지름 (원통면)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31520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3072384"/>
                <a:gridCol w="3072384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지름 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반경 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58.000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29.000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54.000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27.000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9.000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10.000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9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6.800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3.400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6.000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3.200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2.980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1.490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1.250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0.300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URDF &lt;inertial&gt; (로봇 링크)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&lt;inertial&gt;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&lt;origin xyz="-8.52116e-10 2.25946e-06 0.0390866" rpy="0 0 0"/&gt;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&lt;mass value="0.812216"/&gt;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&lt;inertia ixx="0.000485152" ixy="3.46175e-07" ixz="-1.26598e-11" iyy="0.000484636" iyz="-7.87812e-08" izz="0.000203592"/&gt;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&lt;/inertial&gt;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