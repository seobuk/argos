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31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Argos 측정 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FDDEE"/>
                </a:solidFill>
                <a:latin typeface="Malgun Gothic"/>
              </a:rPr>
              <a:t>파일: HSHG17_2stage_planetary_gear.step</a:t>
            </a:r>
          </a:p>
          <a:p>
            <a:pPr algn="l"/>
            <a:r>
              <a:rPr sz="1600" b="0">
                <a:solidFill>
                  <a:srgbClr val="CFDDEE"/>
                </a:solidFill>
                <a:latin typeface="Malgun Gothic"/>
              </a:rPr>
              <a:t>크기: 가로 49.2 × 세로 49.2 × 높이 93.0 mm</a:t>
            </a:r>
          </a:p>
        </p:txBody>
      </p:sp>
      <p:pic>
        <p:nvPicPr>
          <p:cNvPr id="5" name="Picture 4" descr="view_i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5240" y="3154680"/>
            <a:ext cx="4511040" cy="338328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주요 치수 — 가로 · 세로 · 높이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71600"/>
          <a:ext cx="58521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값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426"/>
                          </a:solidFill>
                          <a:latin typeface="Malgun Gothic"/>
                        </a:rPr>
                        <a:t>가로 (X)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426"/>
                          </a:solidFill>
                          <a:latin typeface="Malgun Gothic"/>
                        </a:rPr>
                        <a:t>49.17 mm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426"/>
                          </a:solidFill>
                          <a:latin typeface="Malgun Gothic"/>
                        </a:rPr>
                        <a:t>세로 (Y)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426"/>
                          </a:solidFill>
                          <a:latin typeface="Malgun Gothic"/>
                        </a:rPr>
                        <a:t>49.17 mm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426"/>
                          </a:solidFill>
                          <a:latin typeface="Malgun Gothic"/>
                        </a:rPr>
                        <a:t>높이 (Z)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426"/>
                          </a:solidFill>
                          <a:latin typeface="Malgun Gothic"/>
                        </a:rPr>
                        <a:t>93.00 mm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426"/>
                          </a:solidFill>
                          <a:latin typeface="Malgun Gothic"/>
                        </a:rPr>
                        <a:t>부피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426"/>
                          </a:solidFill>
                          <a:latin typeface="Malgun Gothic"/>
                        </a:rPr>
                        <a:t>103.47 cm³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426"/>
                          </a:solidFill>
                          <a:latin typeface="Malgun Gothic"/>
                        </a:rPr>
                        <a:t>표면적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426"/>
                          </a:solidFill>
                          <a:latin typeface="Malgun Gothic"/>
                        </a:rPr>
                        <a:t>20,554.35 mm²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426"/>
                          </a:solidFill>
                          <a:latin typeface="Malgun Gothic"/>
                        </a:rPr>
                        <a:t>솔리드 / 면 / 모서리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426"/>
                          </a:solidFill>
                          <a:latin typeface="Malgun Gothic"/>
                        </a:rPr>
                        <a:t>1 / 198 / 483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view_i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417320"/>
            <a:ext cx="5029200" cy="377190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720840" y="52166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등각 투상도 (Argos 3D 뷰)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치수 도면 — 정면 · 평면 · 측면 · 등각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  ·  가로/세로/높이가 이미지에 표시됨</a:t>
            </a:r>
          </a:p>
        </p:txBody>
      </p:sp>
      <p:pic>
        <p:nvPicPr>
          <p:cNvPr id="3" name="Picture 2" descr="view_front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420" y="1188720"/>
            <a:ext cx="3051080" cy="233172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411480" y="354787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정면도 (앞)</a:t>
            </a:r>
          </a:p>
        </p:txBody>
      </p:sp>
      <p:pic>
        <p:nvPicPr>
          <p:cNvPr id="5" name="Picture 4" descr="view_top_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020" y="1188720"/>
            <a:ext cx="3051080" cy="233172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55080" y="354787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평면도 (위)</a:t>
            </a:r>
          </a:p>
        </p:txBody>
      </p:sp>
      <p:pic>
        <p:nvPicPr>
          <p:cNvPr id="7" name="Picture 6" descr="view_right_d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3420" y="4069080"/>
            <a:ext cx="3051080" cy="233172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11480" y="642823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측면도 (옆)</a:t>
            </a:r>
          </a:p>
        </p:txBody>
      </p:sp>
      <p:pic>
        <p:nvPicPr>
          <p:cNvPr id="9" name="Picture 8" descr="view_is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4069080"/>
            <a:ext cx="3108960" cy="233172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355080" y="642823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등각 (앞·우·위)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여러 각도 — 등각 뷰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</a:t>
            </a:r>
          </a:p>
        </p:txBody>
      </p:sp>
      <p:pic>
        <p:nvPicPr>
          <p:cNvPr id="3" name="Picture 2" descr="view_i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188720"/>
            <a:ext cx="3108960" cy="233172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411480" y="354787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등각 (앞·우·위)</a:t>
            </a:r>
          </a:p>
        </p:txBody>
      </p:sp>
      <p:pic>
        <p:nvPicPr>
          <p:cNvPr id="5" name="Picture 4" descr="view_i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188720"/>
            <a:ext cx="3108960" cy="233172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55080" y="354787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등각 (앞·좌·위)</a:t>
            </a:r>
          </a:p>
        </p:txBody>
      </p:sp>
      <p:pic>
        <p:nvPicPr>
          <p:cNvPr id="7" name="Picture 6" descr="view_i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4069080"/>
            <a:ext cx="3108960" cy="233172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11480" y="642823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등각 (뒤·좌·위)</a:t>
            </a:r>
          </a:p>
        </p:txBody>
      </p:sp>
      <p:pic>
        <p:nvPicPr>
          <p:cNvPr id="9" name="Picture 8" descr="view_i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4069080"/>
            <a:ext cx="3108960" cy="233172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355080" y="642823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등각 (뒤·우·위)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주요 지름 (원통/구멍, 큰 것부터)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  ·  총 16개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2743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"/>
                <a:gridCol w="1152144"/>
                <a:gridCol w="987552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#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지름(mm)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반경(mm)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58.000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29.000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54.000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27.000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42.000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21.000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28.000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14.000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22.000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11.000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18.000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9.000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7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10.000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5.000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8.000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4.000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9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6.800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3.400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6.000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3.000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5.000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2.500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12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3.200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1.600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13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3.000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1.500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14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2.980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1.490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364992" y="1280160"/>
          <a:ext cx="2743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"/>
                <a:gridCol w="1152144"/>
                <a:gridCol w="987552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#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지름(mm)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반경(mm)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15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2.500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1.250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16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0.600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0.300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view_top_d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303520" cy="4053096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46520" y="54978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원통/구멍 위치 (평면도)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