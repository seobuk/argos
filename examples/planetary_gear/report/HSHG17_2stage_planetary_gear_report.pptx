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3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Argos 측정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파일: HSHG17_2stage_planetary_gear.step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재료/밀도: 강철(steel)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생성: Argos (argos-cli digest/props)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개요 · 주요 치수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6126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180"/>
                <a:gridCol w="3308299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전체 치수 (L×W×H)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49.17 × 49.17 × 93.00 mm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부피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103,467.00 mm³  (103.47 cm³)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표면적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20,554.35 mm²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솔리드 / 면 / 모서리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 / 198 / 483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937760" cy="37033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12280" y="51480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투상도 (Argos 3D 뷰)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전체 뷰 — 앞 · 뒤 · 옆 · 등각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치수(가로/세로)가 이미지에 표시됨</a:t>
            </a:r>
          </a:p>
        </p:txBody>
      </p:sp>
      <p:pic>
        <p:nvPicPr>
          <p:cNvPr id="3" name="Picture 2" descr="view_front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420" y="118872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114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앞면 (Front)</a:t>
            </a:r>
          </a:p>
        </p:txBody>
      </p:sp>
      <p:pic>
        <p:nvPicPr>
          <p:cNvPr id="5" name="Picture 4" descr="view_back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020" y="118872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550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뒷면 (Back)</a:t>
            </a:r>
          </a:p>
        </p:txBody>
      </p:sp>
      <p:pic>
        <p:nvPicPr>
          <p:cNvPr id="7" name="Picture 6" descr="view_right_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420" y="406908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옆면 (Side)</a:t>
            </a:r>
          </a:p>
        </p:txBody>
      </p:sp>
      <p:pic>
        <p:nvPicPr>
          <p:cNvPr id="9" name="Picture 8" descr="view_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406908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550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등각투영 (ISO)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질량 특성 (휴머노이드 링크 동역학)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강철(steel)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9662"/>
                <a:gridCol w="7181697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질량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0.8122 kg  (812.22 g)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무게중심 COM (mm)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(-0.000, 0.002, 39.087)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주관성모멘트 (kg·m²)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4.8533e-04,  4.8446e-04,  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C2"/>
                </a:solidFill>
                <a:latin typeface="Malgun Gothic"/>
              </a:rPr>
              <a:t>관성텐서 (COM 기준, kg·m²)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657600"/>
          <a:ext cx="74980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692"/>
                <a:gridCol w="2099462"/>
                <a:gridCol w="2099462"/>
                <a:gridCol w="209946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4.8515e-04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4.8464e-04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지름 (원통면, 큰 것부터)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총 16개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2743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58.000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29.000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27.000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6.800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3.400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3.200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2.980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1.490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64992" y="1280160"/>
          <a:ext cx="2743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1.250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0.300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303520" cy="397764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46520" y="5422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원통면 위치 (등각 투상도)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URDF &lt;inertial&gt; (로봇 링크)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&lt;inertial&gt;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&lt;origin xyz="-8.52116e-10 2.25946e-06 0.0390866" rpy="0 0 0"/&gt;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&lt;mass value="0.812216"/&gt;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&lt;inertia ixx="0.000485152" ixy="3.46175e-07" ixz="-1.26598e-11" iyy="0.000484636" iyz="-7.87812e-08" izz="0.000203592"/&gt;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&lt;/inertial&gt;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